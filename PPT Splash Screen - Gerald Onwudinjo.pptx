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Heading Now 71-78" panose="020B0604020202020204" charset="0"/>
      <p:regular r:id="rId7"/>
    </p:embeddedFont>
    <p:embeddedFont>
      <p:font typeface="TT Firs Neue" panose="020B0604020202020204" charset="0"/>
      <p:regular r:id="rId8"/>
    </p:embeddedFont>
    <p:embeddedFont>
      <p:font typeface="TT Firs Neue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58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hyperlink" Target="https://github.com/ksu-is/OmniSpe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1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19363" y="1028700"/>
            <a:ext cx="13939937" cy="697442"/>
            <a:chOff x="0" y="0"/>
            <a:chExt cx="3671424" cy="183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1424" cy="183688"/>
            </a:xfrm>
            <a:custGeom>
              <a:avLst/>
              <a:gdLst/>
              <a:ahLst/>
              <a:cxnLst/>
              <a:rect l="l" t="t" r="r" b="b"/>
              <a:pathLst>
                <a:path w="3671424" h="183688">
                  <a:moveTo>
                    <a:pt x="28324" y="0"/>
                  </a:moveTo>
                  <a:lnTo>
                    <a:pt x="3643099" y="0"/>
                  </a:lnTo>
                  <a:cubicBezTo>
                    <a:pt x="3658743" y="0"/>
                    <a:pt x="3671424" y="12681"/>
                    <a:pt x="3671424" y="28324"/>
                  </a:cubicBezTo>
                  <a:lnTo>
                    <a:pt x="3671424" y="155364"/>
                  </a:lnTo>
                  <a:cubicBezTo>
                    <a:pt x="3671424" y="171007"/>
                    <a:pt x="3658743" y="183688"/>
                    <a:pt x="3643099" y="183688"/>
                  </a:cubicBezTo>
                  <a:lnTo>
                    <a:pt x="28324" y="183688"/>
                  </a:lnTo>
                  <a:cubicBezTo>
                    <a:pt x="12681" y="183688"/>
                    <a:pt x="0" y="171007"/>
                    <a:pt x="0" y="155364"/>
                  </a:cubicBezTo>
                  <a:lnTo>
                    <a:pt x="0" y="28324"/>
                  </a:lnTo>
                  <a:cubicBezTo>
                    <a:pt x="0" y="12681"/>
                    <a:pt x="12681" y="0"/>
                    <a:pt x="28324" y="0"/>
                  </a:cubicBezTo>
                  <a:close/>
                </a:path>
              </a:pathLst>
            </a:custGeom>
            <a:ln w="19050" cap="rnd">
              <a:solidFill>
                <a:srgbClr val="0A3C2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71424" cy="221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3533973" cy="697442"/>
            <a:chOff x="0" y="0"/>
            <a:chExt cx="930758" cy="183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0758" cy="183688"/>
            </a:xfrm>
            <a:custGeom>
              <a:avLst/>
              <a:gdLst/>
              <a:ahLst/>
              <a:cxnLst/>
              <a:rect l="l" t="t" r="r" b="b"/>
              <a:pathLst>
                <a:path w="930758" h="183688">
                  <a:moveTo>
                    <a:pt x="91844" y="0"/>
                  </a:moveTo>
                  <a:lnTo>
                    <a:pt x="838914" y="0"/>
                  </a:lnTo>
                  <a:cubicBezTo>
                    <a:pt x="863273" y="0"/>
                    <a:pt x="886634" y="9676"/>
                    <a:pt x="903858" y="26901"/>
                  </a:cubicBezTo>
                  <a:cubicBezTo>
                    <a:pt x="921082" y="44125"/>
                    <a:pt x="930758" y="67486"/>
                    <a:pt x="930758" y="91844"/>
                  </a:cubicBezTo>
                  <a:lnTo>
                    <a:pt x="930758" y="91844"/>
                  </a:lnTo>
                  <a:cubicBezTo>
                    <a:pt x="930758" y="116203"/>
                    <a:pt x="921082" y="139564"/>
                    <a:pt x="903858" y="156788"/>
                  </a:cubicBezTo>
                  <a:cubicBezTo>
                    <a:pt x="886634" y="174012"/>
                    <a:pt x="863273" y="183688"/>
                    <a:pt x="838914" y="183688"/>
                  </a:cubicBezTo>
                  <a:lnTo>
                    <a:pt x="91844" y="183688"/>
                  </a:lnTo>
                  <a:cubicBezTo>
                    <a:pt x="67486" y="183688"/>
                    <a:pt x="44125" y="174012"/>
                    <a:pt x="26901" y="156788"/>
                  </a:cubicBezTo>
                  <a:cubicBezTo>
                    <a:pt x="9676" y="139564"/>
                    <a:pt x="0" y="116203"/>
                    <a:pt x="0" y="91844"/>
                  </a:cubicBezTo>
                  <a:lnTo>
                    <a:pt x="0" y="91844"/>
                  </a:lnTo>
                  <a:cubicBezTo>
                    <a:pt x="0" y="67486"/>
                    <a:pt x="9676" y="44125"/>
                    <a:pt x="26901" y="26901"/>
                  </a:cubicBezTo>
                  <a:cubicBezTo>
                    <a:pt x="44125" y="9676"/>
                    <a:pt x="67486" y="0"/>
                    <a:pt x="918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30758" cy="221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D7FF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GitHub Link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-286305" y="2390980"/>
            <a:ext cx="1059012" cy="1570998"/>
          </a:xfrm>
          <a:custGeom>
            <a:avLst/>
            <a:gdLst/>
            <a:ahLst/>
            <a:cxnLst/>
            <a:rect l="l" t="t" r="r" b="b"/>
            <a:pathLst>
              <a:path w="1059012" h="1570998">
                <a:moveTo>
                  <a:pt x="0" y="0"/>
                </a:moveTo>
                <a:lnTo>
                  <a:pt x="1059012" y="0"/>
                </a:lnTo>
                <a:lnTo>
                  <a:pt x="1059012" y="1570997"/>
                </a:lnTo>
                <a:lnTo>
                  <a:pt x="0" y="1570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93291" y="7733819"/>
            <a:ext cx="666009" cy="517065"/>
          </a:xfrm>
          <a:custGeom>
            <a:avLst/>
            <a:gdLst/>
            <a:ahLst/>
            <a:cxnLst/>
            <a:rect l="l" t="t" r="r" b="b"/>
            <a:pathLst>
              <a:path w="666009" h="517065">
                <a:moveTo>
                  <a:pt x="0" y="0"/>
                </a:moveTo>
                <a:lnTo>
                  <a:pt x="666009" y="0"/>
                </a:lnTo>
                <a:lnTo>
                  <a:pt x="666009" y="517066"/>
                </a:lnTo>
                <a:lnTo>
                  <a:pt x="0" y="517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776356" y="2731571"/>
            <a:ext cx="9410278" cy="7555429"/>
            <a:chOff x="0" y="0"/>
            <a:chExt cx="7467600" cy="59956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6"/>
              <a:stretch>
                <a:fillRect l="-3007" t="-87661" r="-8448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28700" y="2700962"/>
            <a:ext cx="8007430" cy="438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9"/>
              </a:lnSpc>
            </a:pPr>
            <a:r>
              <a:rPr lang="en-US" sz="18959" spc="-1042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Omni</a:t>
            </a:r>
          </a:p>
          <a:p>
            <a:pPr algn="l">
              <a:lnSpc>
                <a:spcPts val="14409"/>
              </a:lnSpc>
            </a:pPr>
            <a:r>
              <a:rPr lang="en-US" sz="18959" spc="-1042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Specs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8846" y="7021508"/>
            <a:ext cx="7846749" cy="41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“Get device specifications without the internet...”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97956" y="1171986"/>
            <a:ext cx="114533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952779"/>
            <a:ext cx="3282650" cy="54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315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9432381"/>
            <a:ext cx="4022829" cy="54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3152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Gerald Onwudinjo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79818" y="1108364"/>
            <a:ext cx="8701677" cy="667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9"/>
              </a:lnSpc>
            </a:pPr>
            <a:r>
              <a:rPr lang="en-US" sz="3842" dirty="0">
                <a:solidFill>
                  <a:schemeClr val="bg1"/>
                </a:solidFill>
                <a:latin typeface="TT Firs Neue"/>
                <a:ea typeface="TT Firs Neue"/>
                <a:cs typeface="TT Firs Neue"/>
                <a:sym typeface="TT Firs Neue"/>
                <a:hlinkClick r:id="rId7" tooltip="https://github.com/ksu-is/OmniSpe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https://github.com/ksu-is/OmniSpecs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Heading Now 71-78</vt:lpstr>
      <vt:lpstr>TT Firs Neue Bold</vt:lpstr>
      <vt:lpstr>Calibri</vt:lpstr>
      <vt:lpstr>TT Firs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Green Modern Smart Device Product Launch Presentation</dc:title>
  <cp:lastModifiedBy>Onyeulo Uchenna</cp:lastModifiedBy>
  <cp:revision>2</cp:revision>
  <dcterms:created xsi:type="dcterms:W3CDTF">2006-08-16T00:00:00Z</dcterms:created>
  <dcterms:modified xsi:type="dcterms:W3CDTF">2026-05-01T13:08:53Z</dcterms:modified>
  <dc:identifier>DAHHV4VmvgI</dc:identifier>
</cp:coreProperties>
</file>